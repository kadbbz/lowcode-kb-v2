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CA2D2-FDE0-448D-A89B-D751621B527F}" v="57" dt="2026-01-13T06:01:32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g Wei (Will)" userId="31803cb0-f580-4e56-897c-7eba63f18b74" providerId="ADAL" clId="{8584A9F6-65A5-4FF9-871B-4E2BDFF79D0C}"/>
    <pc:docChg chg="custSel addSld modSld">
      <pc:chgData name="Ning Wei (Will)" userId="31803cb0-f580-4e56-897c-7eba63f18b74" providerId="ADAL" clId="{8584A9F6-65A5-4FF9-871B-4E2BDFF79D0C}" dt="2026-01-13T06:01:40.958" v="163" actId="20577"/>
      <pc:docMkLst>
        <pc:docMk/>
      </pc:docMkLst>
      <pc:sldChg chg="addSp delSp modSp new mod modClrScheme chgLayout">
        <pc:chgData name="Ning Wei (Will)" userId="31803cb0-f580-4e56-897c-7eba63f18b74" providerId="ADAL" clId="{8584A9F6-65A5-4FF9-871B-4E2BDFF79D0C}" dt="2026-01-13T06:01:40.958" v="163" actId="20577"/>
        <pc:sldMkLst>
          <pc:docMk/>
          <pc:sldMk cId="3647115469" sldId="256"/>
        </pc:sldMkLst>
        <pc:spChg chg="del">
          <ac:chgData name="Ning Wei (Will)" userId="31803cb0-f580-4e56-897c-7eba63f18b74" providerId="ADAL" clId="{8584A9F6-65A5-4FF9-871B-4E2BDFF79D0C}" dt="2026-01-13T05:55:26.765" v="1" actId="700"/>
          <ac:spMkLst>
            <pc:docMk/>
            <pc:sldMk cId="3647115469" sldId="256"/>
            <ac:spMk id="2" creationId="{DB369CC8-6E6A-D92E-C4EF-2D9820FFD2D5}"/>
          </ac:spMkLst>
        </pc:spChg>
        <pc:spChg chg="del">
          <ac:chgData name="Ning Wei (Will)" userId="31803cb0-f580-4e56-897c-7eba63f18b74" providerId="ADAL" clId="{8584A9F6-65A5-4FF9-871B-4E2BDFF79D0C}" dt="2026-01-13T05:55:26.765" v="1" actId="700"/>
          <ac:spMkLst>
            <pc:docMk/>
            <pc:sldMk cId="3647115469" sldId="256"/>
            <ac:spMk id="3" creationId="{D4758D43-D56B-CC0A-E5F2-D35B195196F0}"/>
          </ac:spMkLst>
        </pc:spChg>
        <pc:spChg chg="add mod">
          <ac:chgData name="Ning Wei (Will)" userId="31803cb0-f580-4e56-897c-7eba63f18b74" providerId="ADAL" clId="{8584A9F6-65A5-4FF9-871B-4E2BDFF79D0C}" dt="2026-01-13T05:57:18.318" v="43" actId="12788"/>
          <ac:spMkLst>
            <pc:docMk/>
            <pc:sldMk cId="3647115469" sldId="256"/>
            <ac:spMk id="9" creationId="{65AA4DFE-A636-86AE-C8E8-818CFA8E38B3}"/>
          </ac:spMkLst>
        </pc:spChg>
        <pc:spChg chg="add mod">
          <ac:chgData name="Ning Wei (Will)" userId="31803cb0-f580-4e56-897c-7eba63f18b74" providerId="ADAL" clId="{8584A9F6-65A5-4FF9-871B-4E2BDFF79D0C}" dt="2026-01-13T05:57:18.318" v="43" actId="12788"/>
          <ac:spMkLst>
            <pc:docMk/>
            <pc:sldMk cId="3647115469" sldId="256"/>
            <ac:spMk id="10" creationId="{9FB21005-1BE7-554C-B7FC-0574A42C7FF3}"/>
          </ac:spMkLst>
        </pc:spChg>
        <pc:spChg chg="add mod">
          <ac:chgData name="Ning Wei (Will)" userId="31803cb0-f580-4e56-897c-7eba63f18b74" providerId="ADAL" clId="{8584A9F6-65A5-4FF9-871B-4E2BDFF79D0C}" dt="2026-01-13T05:57:18.318" v="43" actId="12788"/>
          <ac:spMkLst>
            <pc:docMk/>
            <pc:sldMk cId="3647115469" sldId="256"/>
            <ac:spMk id="11" creationId="{AA48D313-F8D5-C8A3-EC4B-E9A3CCEE9043}"/>
          </ac:spMkLst>
        </pc:spChg>
        <pc:spChg chg="add mod">
          <ac:chgData name="Ning Wei (Will)" userId="31803cb0-f580-4e56-897c-7eba63f18b74" providerId="ADAL" clId="{8584A9F6-65A5-4FF9-871B-4E2BDFF79D0C}" dt="2026-01-13T05:57:37.408" v="47" actId="1076"/>
          <ac:spMkLst>
            <pc:docMk/>
            <pc:sldMk cId="3647115469" sldId="256"/>
            <ac:spMk id="12" creationId="{0381180F-4980-C1C8-00CA-FE78EC968C02}"/>
          </ac:spMkLst>
        </pc:spChg>
        <pc:spChg chg="add mod">
          <ac:chgData name="Ning Wei (Will)" userId="31803cb0-f580-4e56-897c-7eba63f18b74" providerId="ADAL" clId="{8584A9F6-65A5-4FF9-871B-4E2BDFF79D0C}" dt="2026-01-13T05:59:14.447" v="83" actId="408"/>
          <ac:spMkLst>
            <pc:docMk/>
            <pc:sldMk cId="3647115469" sldId="256"/>
            <ac:spMk id="13" creationId="{0D51BBD6-B5EF-C8AB-5201-16BC7D70672C}"/>
          </ac:spMkLst>
        </pc:spChg>
        <pc:spChg chg="add mod">
          <ac:chgData name="Ning Wei (Will)" userId="31803cb0-f580-4e56-897c-7eba63f18b74" providerId="ADAL" clId="{8584A9F6-65A5-4FF9-871B-4E2BDFF79D0C}" dt="2026-01-13T05:59:14.447" v="83" actId="408"/>
          <ac:spMkLst>
            <pc:docMk/>
            <pc:sldMk cId="3647115469" sldId="256"/>
            <ac:spMk id="14" creationId="{2F665E5A-0B08-0B5D-E4E2-4832DFA21791}"/>
          </ac:spMkLst>
        </pc:spChg>
        <pc:spChg chg="add mod">
          <ac:chgData name="Ning Wei (Will)" userId="31803cb0-f580-4e56-897c-7eba63f18b74" providerId="ADAL" clId="{8584A9F6-65A5-4FF9-871B-4E2BDFF79D0C}" dt="2026-01-13T05:59:00.336" v="82"/>
          <ac:spMkLst>
            <pc:docMk/>
            <pc:sldMk cId="3647115469" sldId="256"/>
            <ac:spMk id="15" creationId="{C2BFDBEE-558B-C621-31A5-69D6D523B3B4}"/>
          </ac:spMkLst>
        </pc:spChg>
        <pc:spChg chg="add mod">
          <ac:chgData name="Ning Wei (Will)" userId="31803cb0-f580-4e56-897c-7eba63f18b74" providerId="ADAL" clId="{8584A9F6-65A5-4FF9-871B-4E2BDFF79D0C}" dt="2026-01-13T05:59:59.236" v="93"/>
          <ac:spMkLst>
            <pc:docMk/>
            <pc:sldMk cId="3647115469" sldId="256"/>
            <ac:spMk id="16" creationId="{8D163236-8F09-C685-0A37-614A46C7B0F8}"/>
          </ac:spMkLst>
        </pc:spChg>
        <pc:spChg chg="add mod">
          <ac:chgData name="Ning Wei (Will)" userId="31803cb0-f580-4e56-897c-7eba63f18b74" providerId="ADAL" clId="{8584A9F6-65A5-4FF9-871B-4E2BDFF79D0C}" dt="2026-01-13T06:01:40.958" v="163" actId="20577"/>
          <ac:spMkLst>
            <pc:docMk/>
            <pc:sldMk cId="3647115469" sldId="256"/>
            <ac:spMk id="17" creationId="{7741C768-546C-AB7E-691B-059A96737E4D}"/>
          </ac:spMkLst>
        </pc:spChg>
        <pc:spChg chg="add mod">
          <ac:chgData name="Ning Wei (Will)" userId="31803cb0-f580-4e56-897c-7eba63f18b74" providerId="ADAL" clId="{8584A9F6-65A5-4FF9-871B-4E2BDFF79D0C}" dt="2026-01-13T06:01:32.548" v="161"/>
          <ac:spMkLst>
            <pc:docMk/>
            <pc:sldMk cId="3647115469" sldId="256"/>
            <ac:spMk id="18" creationId="{B1E69A89-E0DE-2BA7-FF74-C373A5758F00}"/>
          </ac:spMkLst>
        </pc:spChg>
        <pc:spChg chg="add mod">
          <ac:chgData name="Ning Wei (Will)" userId="31803cb0-f580-4e56-897c-7eba63f18b74" providerId="ADAL" clId="{8584A9F6-65A5-4FF9-871B-4E2BDFF79D0C}" dt="2026-01-13T06:01:12.697" v="148"/>
          <ac:spMkLst>
            <pc:docMk/>
            <pc:sldMk cId="3647115469" sldId="256"/>
            <ac:spMk id="19" creationId="{785D0D72-F977-5740-BC31-AA99A978A1E7}"/>
          </ac:spMkLst>
        </pc:spChg>
        <pc:cxnChg chg="add mod">
          <ac:chgData name="Ning Wei (Will)" userId="31803cb0-f580-4e56-897c-7eba63f18b74" providerId="ADAL" clId="{8584A9F6-65A5-4FF9-871B-4E2BDFF79D0C}" dt="2026-01-13T05:56:09.502" v="20" actId="1038"/>
          <ac:cxnSpMkLst>
            <pc:docMk/>
            <pc:sldMk cId="3647115469" sldId="256"/>
            <ac:cxnSpMk id="5" creationId="{99A21498-A4D7-2475-C67B-62A5C1C00A8C}"/>
          </ac:cxnSpMkLst>
        </pc:cxnChg>
        <pc:cxnChg chg="add mod">
          <ac:chgData name="Ning Wei (Will)" userId="31803cb0-f580-4e56-897c-7eba63f18b74" providerId="ADAL" clId="{8584A9F6-65A5-4FF9-871B-4E2BDFF79D0C}" dt="2026-01-13T05:56:01.628" v="17" actId="1038"/>
          <ac:cxnSpMkLst>
            <pc:docMk/>
            <pc:sldMk cId="3647115469" sldId="256"/>
            <ac:cxnSpMk id="6" creationId="{CE42C5A6-9EA5-3042-C10C-B5E13B45AAE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22DC8-7322-6143-0CDB-8379E4B84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E1BB94-B001-DFEA-8A97-0C7999EBD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1F85E-A6E0-B357-71ED-30C6F42C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41DB2-C397-83D9-D25F-9A76CD7D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D37D8-8C58-4574-AC86-63EB8729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8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811E5-2AB7-12ED-C41E-F4A688D9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62F71D-806B-473E-3B58-A218DEF4B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64329A-CA71-9C66-58C1-B82B2E42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2354D0-145A-FD7A-D8C2-2AEFA0F9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8CDBF6-C458-EA70-D0F8-F88DFCC0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43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6224F-E3BD-190A-4B35-DD47276C9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2B303B-CD7E-11C1-62C7-14507105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B49926-75BB-00C1-4451-93247AB1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7D317A-928B-B407-7ADC-4B538205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D1CB56-6E39-BD6B-A9F0-FCA3CC2A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89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7FC10-6B0F-81E8-7296-72A30DFA8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156C8-5C50-EDE0-03E0-D156A01F9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4A667E-43F9-BA80-6BAD-750D26777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9BCBFC-F46C-1C47-675B-56309BAA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24C5A-3D25-46B3-1BBA-087A9FF7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929232-96BB-68F0-F901-9906F60B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4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BA0AB-5D9E-64AE-58A0-6F8ABBEF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F8BC92-00C8-1C69-AC39-2A509E909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A766A3-0E21-662A-96BF-73D3BD563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5C3B78-CD25-0A2C-4688-063C701C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77A6BA-A705-18E3-3726-04FB243E1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DFF9A6-BDC6-16F4-323F-7CC14AD7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C733DC-9F33-DCB2-E2D0-A3099E80B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935D8B-1469-45B2-1112-17E339B7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34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5887A-470E-777D-B5A1-2F7EEB49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B2DED2-8E47-EE47-53AB-42E5100D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06B2CB-8377-8C14-A1C5-F676EE01C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F4CA62-E96A-5817-DBBD-ABA81E2A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42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3EB768-140C-C7E5-1CA0-6E29AF6C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73A824-5A35-A7C8-C930-7AC97491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809A0B-4797-0BE1-CDF3-0E19E8EB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75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E19D6-1817-017C-84A0-8124C87F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DB071-418A-567B-4383-B8C3282AF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F8B4E3-1A10-3081-54B4-4AFA8055F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D36BF2-811C-C725-EAE8-69723C98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A65C67-FC17-43A6-E425-8AFD38B2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187FA1-B47C-6AF4-E495-D4C16AAE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12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E50AA-DFB4-F67B-CE0F-20224E34A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CA2D76-D918-D226-5BF4-0992C0811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03EC69-6332-80EE-0DF5-4626F80D6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D9F5B3-C851-B938-1453-F63E2121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215CF9-AA9F-35F2-9B46-5D5D7F26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0356DB-4E27-1F99-49BF-02B65593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8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6580C-BE40-3172-4D8D-07C7D4021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ED1F68-0CC8-68CD-7283-9AACFD9ED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CB6C0C-4C04-3243-BC9F-8D02D5F8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E18F4-C435-60BC-9849-F5EB9777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87E61-FD0E-E109-E217-7F7E3227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308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7B1E4A-6C41-1C22-B4BD-416A69E03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D6BA35-5DD0-AE6F-231C-F9BEEE8C4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586F40-C2CC-F2A3-A98B-EB5F54EA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7C66A-2D36-E197-3F26-21ABADCD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E1BEB2-DB7E-C79C-A73C-9FB063FF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2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B23621-2FB5-EA41-F896-229DC473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96029C-0F03-0E8D-6F80-1EC4DBC66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ABA11-9AF9-7DD9-C776-39982DED3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8782A-31A2-478F-AAA6-48BCD2A63D96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E23B1-4D0C-89F3-7F7A-95807C802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E0D8B-6B22-181C-1F8F-2530D0F59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05B1A-1F1C-4640-B150-92BFB622A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80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9A21498-A4D7-2475-C67B-62A5C1C00A8C}"/>
              </a:ext>
            </a:extLst>
          </p:cNvPr>
          <p:cNvCxnSpPr/>
          <p:nvPr/>
        </p:nvCxnSpPr>
        <p:spPr>
          <a:xfrm flipV="1">
            <a:off x="1504336" y="845574"/>
            <a:ext cx="0" cy="46998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E42C5A6-9EA5-3042-C10C-B5E13B45AAE7}"/>
              </a:ext>
            </a:extLst>
          </p:cNvPr>
          <p:cNvCxnSpPr>
            <a:cxnSpLocks/>
          </p:cNvCxnSpPr>
          <p:nvPr/>
        </p:nvCxnSpPr>
        <p:spPr>
          <a:xfrm>
            <a:off x="1474840" y="5545394"/>
            <a:ext cx="90555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5AA4DFE-A636-86AE-C8E8-818CFA8E38B3}"/>
              </a:ext>
            </a:extLst>
          </p:cNvPr>
          <p:cNvSpPr txBox="1"/>
          <p:nvPr/>
        </p:nvSpPr>
        <p:spPr>
          <a:xfrm>
            <a:off x="417095" y="84557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复杂度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B21005-1BE7-554C-B7FC-0574A42C7FF3}"/>
              </a:ext>
            </a:extLst>
          </p:cNvPr>
          <p:cNvSpPr txBox="1"/>
          <p:nvPr/>
        </p:nvSpPr>
        <p:spPr>
          <a:xfrm>
            <a:off x="647927" y="15754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48D313-F8D5-C8A3-EC4B-E9A3CCEE9043}"/>
              </a:ext>
            </a:extLst>
          </p:cNvPr>
          <p:cNvSpPr txBox="1"/>
          <p:nvPr/>
        </p:nvSpPr>
        <p:spPr>
          <a:xfrm>
            <a:off x="647927" y="49808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低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81180F-4980-C1C8-00CA-FE78EC968C02}"/>
              </a:ext>
            </a:extLst>
          </p:cNvPr>
          <p:cNvSpPr txBox="1"/>
          <p:nvPr/>
        </p:nvSpPr>
        <p:spPr>
          <a:xfrm>
            <a:off x="1925052" y="57912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临时性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51BBD6-B5EF-C8AB-5201-16BC7D70672C}"/>
              </a:ext>
            </a:extLst>
          </p:cNvPr>
          <p:cNvSpPr txBox="1"/>
          <p:nvPr/>
        </p:nvSpPr>
        <p:spPr>
          <a:xfrm>
            <a:off x="3907208" y="579120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部门</a:t>
            </a:r>
            <a:r>
              <a:rPr lang="en-US" altLang="zh-CN" dirty="0"/>
              <a:t>/</a:t>
            </a:r>
            <a:r>
              <a:rPr lang="zh-CN" altLang="en-US" dirty="0"/>
              <a:t>小组级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665E5A-0B08-0B5D-E4E2-4832DFA21791}"/>
              </a:ext>
            </a:extLst>
          </p:cNvPr>
          <p:cNvSpPr txBox="1"/>
          <p:nvPr/>
        </p:nvSpPr>
        <p:spPr>
          <a:xfrm>
            <a:off x="6437591" y="57912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企业级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BFDBEE-558B-C621-31A5-69D6D523B3B4}"/>
              </a:ext>
            </a:extLst>
          </p:cNvPr>
          <p:cNvSpPr txBox="1"/>
          <p:nvPr/>
        </p:nvSpPr>
        <p:spPr>
          <a:xfrm>
            <a:off x="8419748" y="57912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技术产品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163236-8F09-C685-0A37-614A46C7B0F8}"/>
              </a:ext>
            </a:extLst>
          </p:cNvPr>
          <p:cNvSpPr/>
          <p:nvPr/>
        </p:nvSpPr>
        <p:spPr>
          <a:xfrm>
            <a:off x="1925052" y="3801979"/>
            <a:ext cx="1411705" cy="1743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轻量工具与办公软件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41C768-546C-AB7E-691B-059A96737E4D}"/>
              </a:ext>
            </a:extLst>
          </p:cNvPr>
          <p:cNvSpPr/>
          <p:nvPr/>
        </p:nvSpPr>
        <p:spPr>
          <a:xfrm>
            <a:off x="3336757" y="2777910"/>
            <a:ext cx="2759240" cy="1743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面向业务开发者的低代码</a:t>
            </a:r>
            <a:endParaRPr lang="en-US" altLang="zh-CN" dirty="0"/>
          </a:p>
          <a:p>
            <a:pPr algn="ctr"/>
            <a:endParaRPr lang="en-US" altLang="zh-CN"/>
          </a:p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E69A89-E0DE-2BA7-FF74-C373A5758F00}"/>
              </a:ext>
            </a:extLst>
          </p:cNvPr>
          <p:cNvSpPr/>
          <p:nvPr/>
        </p:nvSpPr>
        <p:spPr>
          <a:xfrm>
            <a:off x="5247898" y="1660410"/>
            <a:ext cx="3171846" cy="1743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面向专业开发者的低代码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企业业务系统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5D0D72-F977-5740-BC31-AA99A978A1E7}"/>
              </a:ext>
            </a:extLst>
          </p:cNvPr>
          <p:cNvSpPr/>
          <p:nvPr/>
        </p:nvSpPr>
        <p:spPr>
          <a:xfrm>
            <a:off x="7515818" y="542910"/>
            <a:ext cx="3171846" cy="1743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传统代码开发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基础设施软件</a:t>
            </a:r>
            <a:endParaRPr lang="en-US" altLang="zh-CN" dirty="0"/>
          </a:p>
          <a:p>
            <a:pPr algn="ctr"/>
            <a:r>
              <a:rPr lang="zh-CN" altLang="en-US" dirty="0"/>
              <a:t>算法密集系统等</a:t>
            </a:r>
          </a:p>
        </p:txBody>
      </p:sp>
    </p:spTree>
    <p:extLst>
      <p:ext uri="{BB962C8B-B14F-4D97-AF65-F5344CB8AC3E}">
        <p14:creationId xmlns:p14="http://schemas.microsoft.com/office/powerpoint/2010/main" val="364711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Ning Wei (Will)</dc:creator>
  <cp:lastModifiedBy>Ning Wei (Will)</cp:lastModifiedBy>
  <cp:revision>1</cp:revision>
  <dcterms:created xsi:type="dcterms:W3CDTF">2026-01-13T05:55:20Z</dcterms:created>
  <dcterms:modified xsi:type="dcterms:W3CDTF">2026-01-13T06:01:42Z</dcterms:modified>
</cp:coreProperties>
</file>